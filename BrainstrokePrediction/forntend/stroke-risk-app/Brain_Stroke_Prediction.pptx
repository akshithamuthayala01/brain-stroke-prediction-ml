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3291840" cy="292608"/>
          </a:xfrm>
          <a:prstGeom prst="roundRect">
            <a:avLst>
              <a:gd name="adj" fmla="val 1875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FAE5"/>
                </a:solidFill>
              </a:rPr>
              <a:t>1M1B × IBM SkillsBuild × AICTE Internship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Stroke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AI-powered early risk screening using machine learning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2743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015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Muthyala Venkata Sai Akshitha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124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GIET College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4480560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4480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F2FE"/>
                </a:solidFill>
              </a:rPr>
              <a:t>SDG 3: Good Health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Why does early stroke prediction matter?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12M+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stroke cases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 year globally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15568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1810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strokes 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preventable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115568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88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035040" y="1810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people will have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stroke in their lifetime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07238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A3A"/>
                </a:solidFill>
              </a:rPr>
              <a:t>How might we use AI to predict a person's stroke risk early so that individuals and healthcare providers can take preventive action and improve health outcomes — aligning with SDG 3: Good Health &amp; Well-being?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SDG Alignment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Primary SDG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3898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</a:rPr>
              <a:t>Good Health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</a:rPr>
              <a:t>&amp; Well-being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Reduce premature mortality from non-communicable diseases
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Promote mental health and well-being
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Universal access to health-care services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Secondary SDGs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38988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389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</a:rPr>
              <a:t>Reduced Inequalities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Accessible to all income levels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304288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</a:rPr>
              <a:t>Partnerships for Goals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IBM × AICTE × 1M1B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Project Alignment: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This project uses AI/ML to predict stroke risk from health parameters, enabling early intervention and promoting accessible, preventive healthcare — directly supporting SDG 3 targets.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Solution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 full-stack stroke risk prediction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115568"/>
          </a:xfrm>
          <a:prstGeom prst="roundRect">
            <a:avLst>
              <a:gd name="adj" fmla="val 6557"/>
            </a:avLst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07592"/>
            <a:ext cx="502920" cy="5029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ML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4538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Logistic Regression trained on Kaggle stroke dataset with GridSearchCV hyperparameter tuning &amp; threshold optimization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13432"/>
            <a:ext cx="8412480" cy="1115568"/>
          </a:xfrm>
          <a:prstGeom prst="roundRect">
            <a:avLst>
              <a:gd name="adj" fmla="val 6557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569464"/>
            <a:ext cx="502920" cy="5029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404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Flask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Python backend exposing /predict endpoint. Loads saved artifacts (scaler, IQR bounds, dummy columns) for consistent preprocessing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75304"/>
            <a:ext cx="8412480" cy="1115568"/>
          </a:xfrm>
          <a:prstGeom prst="roundRect">
            <a:avLst>
              <a:gd name="adj" fmla="val 6557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831336"/>
            <a:ext cx="502920" cy="50292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6667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React Frontend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3-page app (Home → Form → Result). Collects 10 health inputs, calls API, shows stroke probability with risk level indicator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Kaggle Stroke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CSV Data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46504" y="20802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19431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7712" y="14630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67712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ML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7712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Notebook: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Train &amp; Save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39896" y="20802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41064" y="19431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61104" y="14630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61104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Artifacts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61104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.joblib file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(model + scaler)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33288" y="20802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34456" y="19431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54496" y="14630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54496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Flask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Preprocess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+ Predict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26680" y="20802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7848" y="19431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47888" y="14630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47888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React UI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47888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User inputs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&amp; Results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Data flows from raw CSV → trained model saved as .joblib → loaded by Flask → queried by React frontend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401568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3A"/>
                </a:solidFill>
              </a:rPr>
              <a:t>10 Input Features: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Gender  ·  Age  ·  Hypertension  ·  Heart Disease  ·  Ever Married  ·  Work Type  ·  Residence Type  ·  Avg Glucose Level  ·  BMI  ·  Smoking Status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ML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Notebook-based training workflow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298448"/>
            <a:ext cx="402336" cy="40233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Data Loading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38988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Kaggle stroke dataset (CSV). Handle missing BMI values, drop irrelevant columns.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" y="2578608"/>
            <a:ext cx="402336" cy="402336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IQR Clipping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Clip numeric outliers (age, BMI, avg_glucose_level) using IQR bounds saved to artifacts.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56616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3858768"/>
            <a:ext cx="402336" cy="402336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95020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Create bmi_age_interaction = age × BMI. One-hot encode categorical features (gender, work_type, etc.).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1298448"/>
            <a:ext cx="402336" cy="402336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StandardScaler + 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138988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Z-score normalize numeric features. Train Logistic Regression with GridSearchCV. Optimize threshold via PR curve.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4114800" cy="1078992"/>
          </a:xfrm>
          <a:prstGeom prst="roundRect">
            <a:avLst>
              <a:gd name="adj" fmla="val 6780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64608" y="2578608"/>
            <a:ext cx="402336" cy="40233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Save Artifacts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267004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Export model, scaler, IQR bounds, dummy columns &amp; best threshold to stroke_model_artifacts.joblib via joblib.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Frontend — React App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3-page user flow built with React + Tailwind CSS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1. Home Page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Stroke awareness — FAST signs (Face, Arms, Speech, Time)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3 risk facts with icons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Animated ECG pulse line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"Check Your Risk" CTA button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78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2. Form 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4173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10 health input fields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Toggle buttons for binary fields (hypertension, heart disease)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Dropdowns for work type, smoking, gender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POST request to Flask /predict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0058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789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3. Result Page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4173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Shows stroke probability 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Low / Medium / High risk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Animated pulse line changes tone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Fallback: local simulation if API offline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4434840"/>
            <a:ext cx="8503920" cy="411480"/>
          </a:xfrm>
          <a:prstGeom prst="roundRect">
            <a:avLst>
              <a:gd name="adj" fmla="val 17778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Tech Stack: React 18  ·  Tailwind CSS  ·  Lucide Icons  ·  Fetch API  ·  Space Grotesk / JetBrains Mono fonts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Target Users &amp; Expected Impact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</a:rPr>
              <a:t>Who benefits?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16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Patients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Self-screen 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before visiting doctors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216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General Public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15361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Raise awareness 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preventable risk factors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216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Rural Clinics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5361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Quick triage tool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where specialists are scarce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11430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216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Researchers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15361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Baseline ML 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A3A"/>
                </a:solidFill>
              </a:rPr>
              <a:t>for stroke studies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487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</a:rPr>
              <a:t>Expected Impact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852928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8346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Earlier detection of high-risk individuals, reducing emergency stroke cases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364992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3467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Increased public awareness of modifiable risk factors (BMI, glucose, smoking)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7705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385876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Democratised healthcare access — free, open, usable on any device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8912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37083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</a:rPr>
              <a:t>Data-driven preventive care, contributing to SDG 3 health targets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Responsible AI Considerations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Mandatory ethical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475488" cy="47548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115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Fairness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Model trained on diverse demographic data. No discrimination by gender, age group, or residence type. Inputs are limited to medically relevant features only.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26080"/>
            <a:ext cx="475488" cy="4754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9848" y="2898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Transparency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Logistic Regression chosen for interpretability over black-box models. Probability and decision threshold are displayed to users. No hidden scoring.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143000"/>
            <a:ext cx="475488" cy="47548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13248" y="1115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Privacy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66420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No personal data is stored. All predictions are stateless. The API does not log user inputs. No PII is collected by the frontend.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7889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26080"/>
            <a:ext cx="475488" cy="47548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2898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Ethics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44728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</a:rPr>
              <a:t>Tool is for screening only — not a clinical diagnosis. Users are advised to consult a doctor. Results include a clear disclaimer on the result page.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22860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Full-stack AI system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— React frontend → Flask API → Logistic Regression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End-to-end ML pipeline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— data cleaning, feature engineering, threshold tuning, artifact saving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SDG 3 aligned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— promotes preventive healthcare and early stroke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Responsible AI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— transparent, fair, private and ethically designed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0F3460">
              <a:alpha val="9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FC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Deploy on cloud (Render / Vercel)  ·  Add more features (ECG, family history)  ·  Try ensemble models (XGBoost, Random Forest)  ·  Mobile-responsive PWA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Muthyala Venkata Sai Akshitha  ·  GIET College  ·  1M1B AI for Sustainability Virtual Internship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Stroke Prediction</dc:title>
  <dc:subject>PptxGenJS Presentation</dc:subject>
  <dc:creator>PptxGenJS</dc:creator>
  <cp:lastModifiedBy>PptxGenJS</cp:lastModifiedBy>
  <cp:revision>1</cp:revision>
  <dcterms:created xsi:type="dcterms:W3CDTF">2026-06-25T16:34:48Z</dcterms:created>
  <dcterms:modified xsi:type="dcterms:W3CDTF">2026-06-25T16:34:48Z</dcterms:modified>
</cp:coreProperties>
</file>